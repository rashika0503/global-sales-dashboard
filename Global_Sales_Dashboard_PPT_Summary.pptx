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0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Global Sales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Global Superstore Dataset</a:t>
            </a:r>
          </a:p>
          <a:p>
            <a:r>
              <a:t>Data Analyst Internship - Task 3</a:t>
            </a:r>
          </a:p>
          <a:p>
            <a:r>
              <a:t>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Design an interactive dashboard for business stakeholders.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Performance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KPI Highlights</a:t>
            </a:r>
          </a:p>
          <a:p>
            <a:r>
              <a:t>• Total Sales : 13M</a:t>
            </a:r>
          </a:p>
          <a:p>
            <a:r>
              <a:t>• Total Profit : 1M</a:t>
            </a:r>
          </a:p>
          <a:p>
            <a:r>
              <a:t>• Total Orders : 25K</a:t>
            </a:r>
          </a:p>
          <a:p>
            <a:endParaRPr/>
          </a:p>
          <a:p>
            <a:r>
              <a:t>Insights</a:t>
            </a:r>
          </a:p>
          <a:p>
            <a:r>
              <a:t>• APAC generated highest profit.</a:t>
            </a:r>
          </a:p>
          <a:p>
            <a:r>
              <a:t>• Consumer segment contributed maximum sales.</a:t>
            </a:r>
          </a:p>
          <a:p>
            <a:r>
              <a:t>• Sales increased from 2011–2014.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&amp; Market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KPI Highlights</a:t>
            </a:r>
          </a:p>
          <a:p>
            <a:r>
              <a:t>• Total Customers : 5K</a:t>
            </a:r>
          </a:p>
          <a:p>
            <a:r>
              <a:t>• Average Discount : 8.13%</a:t>
            </a:r>
          </a:p>
          <a:p>
            <a:r>
              <a:t>• Profit Margin : 11.61%</a:t>
            </a:r>
          </a:p>
          <a:p>
            <a:endParaRPr/>
          </a:p>
          <a:p>
            <a:r>
              <a:t>Insights</a:t>
            </a:r>
          </a:p>
          <a:p>
            <a:r>
              <a:t>• Technology category generated highest profit.</a:t>
            </a:r>
          </a:p>
          <a:p>
            <a:r>
              <a:t>• Office Supplies sold maximum quantity.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Dashboard </a:t>
            </a:r>
            <a:r>
              <a:rPr lang="en-US" dirty="0" smtClean="0"/>
              <a:t>Page 1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15" y="1417638"/>
            <a:ext cx="8462169" cy="5146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Page </a:t>
            </a:r>
            <a:r>
              <a:rPr lang="en-IN" dirty="0" smtClean="0"/>
              <a:t>2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04" y="1417638"/>
            <a:ext cx="8555990" cy="520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120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Sales and profit showed steady growth.</a:t>
            </a:r>
          </a:p>
          <a:p>
            <a:r>
              <a:t>• APAC and EU markets performed strongly.</a:t>
            </a:r>
          </a:p>
          <a:p>
            <a:r>
              <a:t>• Technology category was the top contributor.</a:t>
            </a:r>
          </a:p>
          <a:p>
            <a:r>
              <a:t>• Focus on high-value customer segments.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140</Words>
  <Application>Microsoft Office PowerPoint</Application>
  <PresentationFormat>On-screen Show (4:3)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Global Sales Dashboard</vt:lpstr>
      <vt:lpstr>Project Objective</vt:lpstr>
      <vt:lpstr>Business Performance Overview</vt:lpstr>
      <vt:lpstr>Product &amp; Market Insights</vt:lpstr>
      <vt:lpstr>Dashboard Page 1</vt:lpstr>
      <vt:lpstr>Dashboard Page 2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Sales Dashboard</dc:title>
  <dc:subject/>
  <dc:creator/>
  <cp:keywords/>
  <dc:description>generated using python-pptx</dc:description>
  <cp:lastModifiedBy>Microsoft account</cp:lastModifiedBy>
  <cp:revision>4</cp:revision>
  <dcterms:created xsi:type="dcterms:W3CDTF">2013-01-27T09:14:16Z</dcterms:created>
  <dcterms:modified xsi:type="dcterms:W3CDTF">2026-06-19T20:14:18Z</dcterms:modified>
  <cp:category/>
</cp:coreProperties>
</file>